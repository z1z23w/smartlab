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97" r:id="rId4"/>
    <p:sldId id="298" r:id="rId5"/>
    <p:sldId id="295" r:id="rId6"/>
    <p:sldId id="299" r:id="rId7"/>
    <p:sldId id="300" r:id="rId8"/>
    <p:sldId id="301" r:id="rId9"/>
    <p:sldId id="302" r:id="rId10"/>
    <p:sldId id="303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慧芝 张" initials="慧芝" lastIdx="1" clrIdx="0">
    <p:extLst>
      <p:ext uri="{19B8F6BF-5375-455C-9EA6-DF929625EA0E}">
        <p15:presenceInfo xmlns:p15="http://schemas.microsoft.com/office/powerpoint/2012/main" userId="b9a2ec45a55511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EAA"/>
    <a:srgbClr val="386CC7"/>
    <a:srgbClr val="1F6DB8"/>
    <a:srgbClr val="3278DC"/>
    <a:srgbClr val="143C78"/>
    <a:srgbClr val="10386C"/>
    <a:srgbClr val="E6F0FA"/>
    <a:srgbClr val="568AE5"/>
    <a:srgbClr val="174CA7"/>
    <a:srgbClr val="226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05690-8773-4685-AC30-870E63CE6190}" v="6" dt="2025-03-23T09:53:25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>
        <p:scale>
          <a:sx n="100" d="100"/>
          <a:sy n="100" d="100"/>
        </p:scale>
        <p:origin x="59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16T07:41:56.167" idx="1">
    <p:pos x="5082" y="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03B7B-E4B9-45AF-BBE7-58DAACF5E999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C6C04-7B79-461A-BF78-0D44F1523F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55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373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975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630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078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242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67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188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667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942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6D34-5581-6421-E899-62E38F4E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E965F-298D-6140-FB4F-1DB8CC0E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0814F3-5AD6-CA05-A930-7C44094CA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4F9DD-C9AA-823E-A7D0-03270AC50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C6C04-7B79-461A-BF78-0D44F1523F7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182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88C06-4532-EC75-CB79-6077D6B1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55B8B3-DA41-5215-AA8F-839E9A92C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5B5AB2-045C-097C-FCFC-5F4B8CBE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70D855-A0DC-DA6A-B8E3-4CE77B91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4341EB-1952-225A-4AC7-6EE3F8DD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59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E809D-48D3-918B-AFB1-90F0B822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78E009-9897-85FD-994D-53C482AA3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C02D36-2B0B-6DED-28F7-BF4787EC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FF83F3-281F-B07E-5C71-5B0D694A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C3D041-F128-7104-E1C6-38378B63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9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06E1C-ADA4-11CF-6974-D7FD9C55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BDDB21-EF62-AA8F-4C2D-DB9B2210D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8CDA67-DC17-2721-2198-047EE4A0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C3F5A5-5A2C-B97D-F1EB-4D38B625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908F0-AFC7-E8A0-A470-633A360C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05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526A7-EABA-05A0-6EFE-C5C2F0BD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B18DDA-5273-1AA0-2621-A25BF3A2E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1A4DE5-2C67-45B3-ECEF-4881FC50B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A5BE4D-19A6-D08A-C7C4-ABD30909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3E61FF-0389-BFCD-BB43-C92D011E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7D61FC-B643-7C94-9B11-225DD121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05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9DB7B-4F9D-FBD3-040F-BC424F124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D3DC3D-0350-5D25-E0B6-4D091947E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8D25DB-F4A2-A6C7-2422-CA885C29C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01E280-87AA-83C1-356B-FDB0B95CF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2F124E-4539-A3BE-1746-936AEF616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6FAE8F-B49D-8CF3-CCB5-E2DE7130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B08400-6ED3-8D31-3347-C7F83535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C1093F-B287-F705-0D1B-EC3C9B2A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87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99D29-DBB0-5098-4A92-F5EE614C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99A6FD-3D47-BD57-0489-CF2495DB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ED37C1-E9FF-9B6F-3082-3AF3D11A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30242A-2C1D-05BE-F2C6-897D7D6D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92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D1E88B-7F7D-CE8B-B1DC-2C33E737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4A8CA2-60C3-EF59-5CB0-0B4F9581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EE4C8C-2C18-25CE-7742-CF6D4449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653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E4D95-4A99-E988-9A30-1E3A16875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905B3-048C-B81B-7C07-93023EDC1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460460-9280-9189-DAED-33EBAA7EF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C77A0B-D9A5-78D9-148F-58CEAA0F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8AF1A5-3A74-B667-D8F9-39626B8AE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EAB032-0B01-4655-1C48-4C010710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497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D264C-2734-0E9F-1455-09A39A2C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21E7A6-0164-2E0C-683B-25C78E83E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5786E9-48BE-ADEC-1191-71555FE25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44B3ED-3B93-34A6-8717-5536061EA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F9DB32-B6DA-735F-2387-4D4DC959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85B781-F5B5-A14C-BF59-63C11A22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955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135C7-670C-2006-9A65-2D19D4F4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2535C9-4311-1F22-F685-840520A48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89C3E-17FC-2D13-C2E0-7FCA8FB9B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3A396-0B09-C090-A9FC-77EA6AC5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B31EF-8F69-BC7B-EB51-C5F57CDD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93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D1E39A-9F6C-BB7D-4598-790FA1E8C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47B7A8-75C7-9460-9615-538E7DB28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72105E-5F3B-78E8-D7C1-03A20A65D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B4D831-FFA0-E088-2B59-F8592AC6D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7F7A4-574D-078A-6CA4-C74B9D2D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76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A8FEE2-0962-5444-6350-E8D7AD25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E68660-4F10-31B9-63FB-34C729DAD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1C22F7-A6B9-50D7-92B5-A66B75085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5933C-B076-4B3C-8362-ABA7CD41A5C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CCA6EC-B7DD-9BC7-5935-E85154A47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03A317-2BCA-8D3D-1EF5-14E876F32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0C39E-CE41-4FCD-B6AB-6671088E9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07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77DFEA6-6BC8-49B8-DDF1-2AC35DEA4225}"/>
              </a:ext>
            </a:extLst>
          </p:cNvPr>
          <p:cNvSpPr/>
          <p:nvPr/>
        </p:nvSpPr>
        <p:spPr>
          <a:xfrm>
            <a:off x="-15702" y="-37719"/>
            <a:ext cx="10886902" cy="6858000"/>
          </a:xfrm>
          <a:prstGeom prst="rect">
            <a:avLst/>
          </a:prstGeom>
          <a:gradFill>
            <a:gsLst>
              <a:gs pos="44000">
                <a:schemeClr val="bg1"/>
              </a:gs>
              <a:gs pos="67000">
                <a:schemeClr val="accent1">
                  <a:lumMod val="100000"/>
                  <a:alpha val="0"/>
                </a:schemeClr>
              </a:gs>
            </a:gsLst>
            <a:lin ang="0" scaled="0"/>
          </a:gra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B059FC-B1F8-9C19-CBC8-61D297D5A973}"/>
              </a:ext>
            </a:extLst>
          </p:cNvPr>
          <p:cNvSpPr txBox="1"/>
          <p:nvPr/>
        </p:nvSpPr>
        <p:spPr>
          <a:xfrm>
            <a:off x="152924" y="4416706"/>
            <a:ext cx="5472493" cy="7340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defTabSz="913765">
              <a:lnSpc>
                <a:spcPct val="150000"/>
              </a:lnSpc>
              <a:defRPr/>
            </a:pPr>
            <a:r>
              <a:rPr lang="zh-CN" altLang="en-US" sz="2400" spc="267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劲楷简" panose="00020600040101010101" charset="-122"/>
                <a:sym typeface="一纸情书" panose="02000503000000000000" pitchFamily="2" charset="-122"/>
              </a:rPr>
              <a:t>项目成员：张键、张慧芝、李露露</a:t>
            </a:r>
            <a:endParaRPr lang="en-US" altLang="zh-CN" sz="2400" spc="267" dirty="0">
              <a:solidFill>
                <a:srgbClr val="1F6D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劲楷简" panose="00020600040101010101" charset="-122"/>
              <a:sym typeface="一纸情书" panose="02000503000000000000" pitchFamily="2" charset="-122"/>
            </a:endParaRPr>
          </a:p>
          <a:p>
            <a:pPr defTabSz="913765">
              <a:lnSpc>
                <a:spcPct val="150000"/>
              </a:lnSpc>
              <a:defRPr/>
            </a:pPr>
            <a:r>
              <a:rPr lang="en-US" altLang="zh-CN" sz="2400" spc="267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劲楷简" panose="00020600040101010101" charset="-122"/>
                <a:sym typeface="一纸情书" panose="02000503000000000000" pitchFamily="2" charset="-122"/>
              </a:rPr>
              <a:t>	      </a:t>
            </a:r>
            <a:r>
              <a:rPr lang="zh-CN" altLang="en-US" sz="2400" spc="267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劲楷简" panose="00020600040101010101" charset="-122"/>
                <a:sym typeface="一纸情书" panose="02000503000000000000" pitchFamily="2" charset="-122"/>
              </a:rPr>
              <a:t>陈旭卓、陈瑞、李雪怡</a:t>
            </a:r>
            <a:endParaRPr lang="en-US" altLang="zh-CN" sz="2400" spc="267" dirty="0">
              <a:solidFill>
                <a:srgbClr val="1F6D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汉仪劲楷简" panose="00020600040101010101" charset="-122"/>
              <a:sym typeface="一纸情书" panose="02000503000000000000" pitchFamily="2" charset="-122"/>
            </a:endParaRPr>
          </a:p>
          <a:p>
            <a:pPr defTabSz="913765">
              <a:lnSpc>
                <a:spcPct val="150000"/>
              </a:lnSpc>
              <a:defRPr/>
            </a:pPr>
            <a:r>
              <a:rPr lang="zh-CN" altLang="en-US" sz="2400" spc="267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劲楷简" panose="00020600040101010101" charset="-122"/>
                <a:sym typeface="一纸情书" panose="02000503000000000000" pitchFamily="2" charset="-122"/>
              </a:rPr>
              <a:t>指导老师：龚伟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C241B99-896C-4A22-E486-F59B662F16D5}"/>
              </a:ext>
            </a:extLst>
          </p:cNvPr>
          <p:cNvGrpSpPr/>
          <p:nvPr/>
        </p:nvGrpSpPr>
        <p:grpSpPr>
          <a:xfrm>
            <a:off x="5713563" y="0"/>
            <a:ext cx="6475261" cy="6858000"/>
            <a:chOff x="5650706" y="0"/>
            <a:chExt cx="6310318" cy="6858000"/>
          </a:xfrm>
          <a:blipFill>
            <a:blip r:embed="rId5"/>
            <a:stretch>
              <a:fillRect/>
            </a:stretch>
          </a:blipFill>
          <a:effectLst>
            <a:outerShdw blurRad="228600" sx="102000" sy="102000" algn="tl" rotWithShape="0">
              <a:prstClr val="black"/>
            </a:outerShdw>
          </a:effectLst>
        </p:grpSpPr>
        <p:sp useBgFill="1">
          <p:nvSpPr>
            <p:cNvPr id="24" name="矩形: 圆角 23">
              <a:extLst>
                <a:ext uri="{FF2B5EF4-FFF2-40B4-BE49-F238E27FC236}">
                  <a16:creationId xmlns:a16="http://schemas.microsoft.com/office/drawing/2014/main" id="{10ACACC7-E015-80C2-3570-660355F67EA3}"/>
                </a:ext>
              </a:extLst>
            </p:cNvPr>
            <p:cNvSpPr/>
            <p:nvPr/>
          </p:nvSpPr>
          <p:spPr>
            <a:xfrm>
              <a:off x="5650706" y="1164431"/>
              <a:ext cx="692944" cy="3286125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53690BEA-BA5A-EF46-6B0A-9AFCAA2B58E0}"/>
                </a:ext>
              </a:extLst>
            </p:cNvPr>
            <p:cNvSpPr/>
            <p:nvPr/>
          </p:nvSpPr>
          <p:spPr>
            <a:xfrm>
              <a:off x="6453188" y="0"/>
              <a:ext cx="692944" cy="4000499"/>
            </a:xfrm>
            <a:custGeom>
              <a:avLst/>
              <a:gdLst>
                <a:gd name="connsiteX0" fmla="*/ 0 w 692944"/>
                <a:gd name="connsiteY0" fmla="*/ 0 h 4000499"/>
                <a:gd name="connsiteX1" fmla="*/ 692944 w 692944"/>
                <a:gd name="connsiteY1" fmla="*/ 0 h 4000499"/>
                <a:gd name="connsiteX2" fmla="*/ 692944 w 692944"/>
                <a:gd name="connsiteY2" fmla="*/ 3654027 h 4000499"/>
                <a:gd name="connsiteX3" fmla="*/ 346472 w 692944"/>
                <a:gd name="connsiteY3" fmla="*/ 4000499 h 4000499"/>
                <a:gd name="connsiteX4" fmla="*/ 0 w 692944"/>
                <a:gd name="connsiteY4" fmla="*/ 3654027 h 400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944" h="4000499">
                  <a:moveTo>
                    <a:pt x="0" y="0"/>
                  </a:moveTo>
                  <a:lnTo>
                    <a:pt x="692944" y="0"/>
                  </a:lnTo>
                  <a:lnTo>
                    <a:pt x="692944" y="3654027"/>
                  </a:lnTo>
                  <a:cubicBezTo>
                    <a:pt x="692944" y="3845378"/>
                    <a:pt x="537823" y="4000499"/>
                    <a:pt x="346472" y="4000499"/>
                  </a:cubicBezTo>
                  <a:cubicBezTo>
                    <a:pt x="155121" y="4000499"/>
                    <a:pt x="0" y="3845378"/>
                    <a:pt x="0" y="36540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26" name="矩形: 圆角 25">
              <a:extLst>
                <a:ext uri="{FF2B5EF4-FFF2-40B4-BE49-F238E27FC236}">
                  <a16:creationId xmlns:a16="http://schemas.microsoft.com/office/drawing/2014/main" id="{CA356C52-2913-4E9C-832F-8427A5A99824}"/>
                </a:ext>
              </a:extLst>
            </p:cNvPr>
            <p:cNvSpPr/>
            <p:nvPr/>
          </p:nvSpPr>
          <p:spPr>
            <a:xfrm>
              <a:off x="7255670" y="1735930"/>
              <a:ext cx="692944" cy="3814763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27" name="矩形: 圆角 26">
              <a:extLst>
                <a:ext uri="{FF2B5EF4-FFF2-40B4-BE49-F238E27FC236}">
                  <a16:creationId xmlns:a16="http://schemas.microsoft.com/office/drawing/2014/main" id="{6039CD63-4E0D-1337-527B-590E5A746FE2}"/>
                </a:ext>
              </a:extLst>
            </p:cNvPr>
            <p:cNvSpPr/>
            <p:nvPr/>
          </p:nvSpPr>
          <p:spPr>
            <a:xfrm>
              <a:off x="8068870" y="1052919"/>
              <a:ext cx="692944" cy="394056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8" name="矩形: 圆角 27">
              <a:extLst>
                <a:ext uri="{FF2B5EF4-FFF2-40B4-BE49-F238E27FC236}">
                  <a16:creationId xmlns:a16="http://schemas.microsoft.com/office/drawing/2014/main" id="{4531CB05-BF68-EABE-9D40-EC486EECF1D7}"/>
                </a:ext>
              </a:extLst>
            </p:cNvPr>
            <p:cNvSpPr/>
            <p:nvPr/>
          </p:nvSpPr>
          <p:spPr>
            <a:xfrm>
              <a:off x="8860634" y="600070"/>
              <a:ext cx="692944" cy="394056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570C3617-49F2-A98E-A88F-81D9C01FA5CE}"/>
                </a:ext>
              </a:extLst>
            </p:cNvPr>
            <p:cNvSpPr/>
            <p:nvPr/>
          </p:nvSpPr>
          <p:spPr>
            <a:xfrm>
              <a:off x="9663116" y="1221613"/>
              <a:ext cx="692944" cy="5636387"/>
            </a:xfrm>
            <a:custGeom>
              <a:avLst/>
              <a:gdLst>
                <a:gd name="connsiteX0" fmla="*/ 346472 w 692944"/>
                <a:gd name="connsiteY0" fmla="*/ 0 h 5636387"/>
                <a:gd name="connsiteX1" fmla="*/ 692944 w 692944"/>
                <a:gd name="connsiteY1" fmla="*/ 346472 h 5636387"/>
                <a:gd name="connsiteX2" fmla="*/ 692944 w 692944"/>
                <a:gd name="connsiteY2" fmla="*/ 5561377 h 5636387"/>
                <a:gd name="connsiteX3" fmla="*/ 685905 w 692944"/>
                <a:gd name="connsiteY3" fmla="*/ 5631203 h 5636387"/>
                <a:gd name="connsiteX4" fmla="*/ 684296 w 692944"/>
                <a:gd name="connsiteY4" fmla="*/ 5636387 h 5636387"/>
                <a:gd name="connsiteX5" fmla="*/ 8648 w 692944"/>
                <a:gd name="connsiteY5" fmla="*/ 5636387 h 5636387"/>
                <a:gd name="connsiteX6" fmla="*/ 7039 w 692944"/>
                <a:gd name="connsiteY6" fmla="*/ 5631203 h 5636387"/>
                <a:gd name="connsiteX7" fmla="*/ 0 w 692944"/>
                <a:gd name="connsiteY7" fmla="*/ 5561377 h 5636387"/>
                <a:gd name="connsiteX8" fmla="*/ 0 w 692944"/>
                <a:gd name="connsiteY8" fmla="*/ 346472 h 5636387"/>
                <a:gd name="connsiteX9" fmla="*/ 346472 w 692944"/>
                <a:gd name="connsiteY9" fmla="*/ 0 h 5636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2944" h="5636387">
                  <a:moveTo>
                    <a:pt x="346472" y="0"/>
                  </a:moveTo>
                  <a:cubicBezTo>
                    <a:pt x="537823" y="0"/>
                    <a:pt x="692944" y="155121"/>
                    <a:pt x="692944" y="346472"/>
                  </a:cubicBezTo>
                  <a:lnTo>
                    <a:pt x="692944" y="5561377"/>
                  </a:lnTo>
                  <a:cubicBezTo>
                    <a:pt x="692944" y="5585296"/>
                    <a:pt x="690520" y="5608649"/>
                    <a:pt x="685905" y="5631203"/>
                  </a:cubicBezTo>
                  <a:lnTo>
                    <a:pt x="684296" y="5636387"/>
                  </a:lnTo>
                  <a:lnTo>
                    <a:pt x="8648" y="5636387"/>
                  </a:lnTo>
                  <a:lnTo>
                    <a:pt x="7039" y="5631203"/>
                  </a:lnTo>
                  <a:cubicBezTo>
                    <a:pt x="2424" y="5608649"/>
                    <a:pt x="0" y="5585296"/>
                    <a:pt x="0" y="5561377"/>
                  </a:cubicBezTo>
                  <a:lnTo>
                    <a:pt x="0" y="346472"/>
                  </a:lnTo>
                  <a:cubicBezTo>
                    <a:pt x="0" y="155121"/>
                    <a:pt x="155121" y="0"/>
                    <a:pt x="34647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30" name="矩形: 圆角 29">
              <a:extLst>
                <a:ext uri="{FF2B5EF4-FFF2-40B4-BE49-F238E27FC236}">
                  <a16:creationId xmlns:a16="http://schemas.microsoft.com/office/drawing/2014/main" id="{5F45E056-37B6-73F0-B715-3F0D8E732657}"/>
                </a:ext>
              </a:extLst>
            </p:cNvPr>
            <p:cNvSpPr/>
            <p:nvPr/>
          </p:nvSpPr>
          <p:spPr>
            <a:xfrm>
              <a:off x="10465598" y="221457"/>
              <a:ext cx="692944" cy="51149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 useBgFill="1">
          <p:nvSpPr>
            <p:cNvPr id="31" name="矩形: 圆角 30">
              <a:extLst>
                <a:ext uri="{FF2B5EF4-FFF2-40B4-BE49-F238E27FC236}">
                  <a16:creationId xmlns:a16="http://schemas.microsoft.com/office/drawing/2014/main" id="{45273A20-EFD2-3D5B-90FC-0C724C9E2C9E}"/>
                </a:ext>
              </a:extLst>
            </p:cNvPr>
            <p:cNvSpPr/>
            <p:nvPr/>
          </p:nvSpPr>
          <p:spPr>
            <a:xfrm>
              <a:off x="11268080" y="435769"/>
              <a:ext cx="692944" cy="51149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0B18B22-2420-49EF-AB9F-3A50379CA1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8750" r="97266">
                        <a14:foregroundMark x1="26328" y1="47551" x2="59688" y2="48571"/>
                        <a14:foregroundMark x1="59688" y1="48571" x2="97266" y2="76735"/>
                        <a14:foregroundMark x1="97266" y1="76735" x2="96484" y2="76735"/>
                        <a14:foregroundMark x1="87578" y1="67551" x2="43594" y2="66735"/>
                        <a14:foregroundMark x1="86875" y1="61633" x2="63047" y2="64694"/>
                        <a14:foregroundMark x1="63047" y1="64694" x2="62969" y2="70000"/>
                        <a14:foregroundMark x1="83594" y1="63469" x2="78516" y2="38367"/>
                        <a14:foregroundMark x1="90547" y1="46735" x2="53750" y2="66122"/>
                        <a14:foregroundMark x1="53750" y1="66122" x2="53047" y2="58571"/>
                        <a14:foregroundMark x1="86250" y1="40816" x2="90938" y2="40204"/>
                        <a14:foregroundMark x1="91797" y1="35714" x2="82344" y2="43469"/>
                        <a14:foregroundMark x1="90078" y1="31224" x2="62969" y2="64082"/>
                        <a14:foregroundMark x1="44297" y1="32449" x2="27813" y2="39184"/>
                        <a14:foregroundMark x1="27813" y1="39184" x2="19453" y2="66735"/>
                        <a14:foregroundMark x1="19453" y1="66735" x2="21328" y2="65714"/>
                        <a14:foregroundMark x1="10313" y1="34898" x2="9063" y2="71429"/>
                        <a14:foregroundMark x1="9063" y1="71429" x2="9922" y2="71224"/>
                        <a14:foregroundMark x1="14141" y1="34286" x2="17422" y2="70000"/>
                        <a14:foregroundMark x1="11719" y1="23469" x2="24063" y2="75918"/>
                        <a14:foregroundMark x1="24063" y1="75918" x2="30859" y2="76327"/>
                        <a14:foregroundMark x1="37031" y1="55306" x2="24922" y2="69796"/>
                        <a14:foregroundMark x1="24922" y1="69796" x2="52266" y2="84898"/>
                        <a14:foregroundMark x1="52266" y1="84898" x2="58672" y2="82653"/>
                        <a14:foregroundMark x1="14141" y1="69388" x2="72266" y2="63061"/>
                        <a14:foregroundMark x1="50781" y1="72653" x2="67734" y2="74694"/>
                        <a14:foregroundMark x1="67734" y1="74694" x2="88281" y2="65714"/>
                        <a14:foregroundMark x1="63906" y1="76735" x2="90156" y2="77755"/>
                        <a14:foregroundMark x1="90156" y1="77755" x2="90781" y2="79388"/>
                        <a14:foregroundMark x1="83750" y1="74490" x2="92734" y2="42245"/>
                        <a14:foregroundMark x1="92734" y1="42245" x2="91250" y2="30612"/>
                        <a14:foregroundMark x1="95469" y1="26531" x2="91094" y2="86531"/>
                        <a14:foregroundMark x1="91094" y1="86531" x2="90781" y2="77143"/>
                        <a14:foregroundMark x1="96328" y1="20612" x2="59141" y2="39796"/>
                        <a14:foregroundMark x1="44688" y1="29388" x2="38750" y2="37551"/>
                        <a14:foregroundMark x1="52500" y1="38367" x2="36406" y2="36939"/>
                        <a14:foregroundMark x1="36406" y1="36939" x2="60938" y2="33878"/>
                        <a14:foregroundMark x1="61797" y1="37143" x2="38594" y2="41633"/>
                        <a14:foregroundMark x1="38594" y1="41633" x2="38906" y2="41633"/>
                        <a14:foregroundMark x1="76406" y1="34898" x2="42734" y2="45714"/>
                        <a14:foregroundMark x1="42734" y1="45714" x2="42578" y2="46122"/>
                        <a14:foregroundMark x1="74688" y1="29796" x2="46953" y2="43878"/>
                        <a14:foregroundMark x1="33125" y1="37143" x2="48906" y2="32857"/>
                        <a14:foregroundMark x1="48906" y1="32857" x2="52188" y2="33061"/>
                        <a14:foregroundMark x1="17656" y1="24694" x2="25859" y2="23878"/>
                        <a14:foregroundMark x1="24297" y1="31224" x2="8750" y2="37755"/>
                        <a14:foregroundMark x1="8750" y1="37755" x2="20625" y2="25306"/>
                        <a14:foregroundMark x1="20391" y1="21224" x2="14063" y2="73061"/>
                        <a14:foregroundMark x1="14063" y1="73061" x2="22656" y2="59388"/>
                        <a14:foregroundMark x1="22891" y1="74898" x2="26328" y2="28980"/>
                        <a14:foregroundMark x1="26328" y1="28980" x2="16016" y2="65510"/>
                        <a14:foregroundMark x1="16016" y1="65510" x2="15703" y2="530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564" y="-183705"/>
            <a:ext cx="3749828" cy="1435481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7CEC75B-C965-4DBE-AA58-8806A3F64E76}"/>
              </a:ext>
            </a:extLst>
          </p:cNvPr>
          <p:cNvCxnSpPr/>
          <p:nvPr/>
        </p:nvCxnSpPr>
        <p:spPr>
          <a:xfrm>
            <a:off x="202762" y="3418419"/>
            <a:ext cx="508635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文本框 20" descr="7b0a2020202022776f7264617274223a20227b5c2269645c223a32303330383038322c5c227469645c223a31333437397d220a7d0a">
            <a:extLst>
              <a:ext uri="{FF2B5EF4-FFF2-40B4-BE49-F238E27FC236}">
                <a16:creationId xmlns:a16="http://schemas.microsoft.com/office/drawing/2014/main" id="{62D96FE9-7C24-49A9-515B-114DC35C8E9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02762" y="2116500"/>
            <a:ext cx="4585940" cy="14354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defTabSz="913765">
              <a:defRPr/>
            </a:pPr>
            <a:r>
              <a:rPr lang="en-US" altLang="zh-CN" sz="8000" b="1" spc="267" dirty="0" err="1">
                <a:ln w="12573">
                  <a:noFill/>
                </a:ln>
                <a:gradFill flip="none" rotWithShape="1">
                  <a:gsLst>
                    <a:gs pos="0">
                      <a:srgbClr val="64B4FF"/>
                    </a:gs>
                    <a:gs pos="100000">
                      <a:srgbClr val="16549B"/>
                    </a:gs>
                  </a:gsLst>
                  <a:lin ang="2700000" scaled="1"/>
                  <a:tileRect/>
                </a:gra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汉仪铸字美心体简" panose="00020600040101010101" charset="-122"/>
                <a:sym typeface="一纸情书" panose="02000503000000000000" pitchFamily="2" charset="-122"/>
              </a:rPr>
              <a:t>Wechat</a:t>
            </a:r>
            <a:endParaRPr lang="zh-CN" altLang="en-US" sz="8000" b="1" spc="267" dirty="0">
              <a:ln w="12573">
                <a:noFill/>
              </a:ln>
              <a:gradFill flip="none" rotWithShape="1">
                <a:gsLst>
                  <a:gs pos="0">
                    <a:srgbClr val="64B4FF"/>
                  </a:gs>
                  <a:gs pos="100000">
                    <a:srgbClr val="16549B"/>
                  </a:gs>
                </a:gsLst>
                <a:lin ang="2700000" scaled="1"/>
                <a:tileRect/>
              </a:gra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汉仪铸字美心体简" panose="00020600040101010101" charset="-122"/>
              <a:sym typeface="一纸情书" panose="02000503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235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126950" y="135625"/>
            <a:ext cx="4378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小组信息与任务分工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B3625F8-5BD1-4A29-A764-D23502819FD2}"/>
              </a:ext>
            </a:extLst>
          </p:cNvPr>
          <p:cNvSpPr/>
          <p:nvPr/>
        </p:nvSpPr>
        <p:spPr>
          <a:xfrm>
            <a:off x="269992" y="999920"/>
            <a:ext cx="5662864" cy="585808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solidFill>
              <a:srgbClr val="10386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3BFF8458-EC69-4A7B-9519-B6537826FD94}"/>
              </a:ext>
            </a:extLst>
          </p:cNvPr>
          <p:cNvSpPr/>
          <p:nvPr/>
        </p:nvSpPr>
        <p:spPr>
          <a:xfrm>
            <a:off x="6287787" y="999920"/>
            <a:ext cx="5662864" cy="585808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solidFill>
              <a:srgbClr val="10386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993101B-040F-444F-B86A-BBB10325CDB6}"/>
              </a:ext>
            </a:extLst>
          </p:cNvPr>
          <p:cNvSpPr/>
          <p:nvPr/>
        </p:nvSpPr>
        <p:spPr>
          <a:xfrm>
            <a:off x="491339" y="1296790"/>
            <a:ext cx="1017287" cy="10172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40A6EC-34E6-4480-A977-921EB11B7C0F}"/>
              </a:ext>
            </a:extLst>
          </p:cNvPr>
          <p:cNvSpPr txBox="1"/>
          <p:nvPr/>
        </p:nvSpPr>
        <p:spPr>
          <a:xfrm>
            <a:off x="1525849" y="1335207"/>
            <a:ext cx="1017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CF3505-3A43-4ED4-A74F-A7D27A3D899C}"/>
              </a:ext>
            </a:extLst>
          </p:cNvPr>
          <p:cNvSpPr txBox="1"/>
          <p:nvPr/>
        </p:nvSpPr>
        <p:spPr>
          <a:xfrm>
            <a:off x="7753634" y="1335207"/>
            <a:ext cx="2731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张慧芝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38FEB5-853D-466D-9CE7-02B8EFD6D8B0}"/>
              </a:ext>
            </a:extLst>
          </p:cNvPr>
          <p:cNvSpPr txBox="1"/>
          <p:nvPr/>
        </p:nvSpPr>
        <p:spPr>
          <a:xfrm>
            <a:off x="1508626" y="1858427"/>
            <a:ext cx="303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2023051604093</a:t>
            </a:r>
            <a:endParaRPr lang="zh-CN" altLang="en-US" sz="2400" b="1" dirty="0">
              <a:solidFill>
                <a:srgbClr val="1F6D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AF314D-C0DA-4D2F-89AA-CA452C22894F}"/>
              </a:ext>
            </a:extLst>
          </p:cNvPr>
          <p:cNvSpPr/>
          <p:nvPr/>
        </p:nvSpPr>
        <p:spPr>
          <a:xfrm>
            <a:off x="6629583" y="1301191"/>
            <a:ext cx="1017287" cy="10172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BF1D06-7053-4EE5-813E-7F4AEF2E95AB}"/>
              </a:ext>
            </a:extLst>
          </p:cNvPr>
          <p:cNvSpPr txBox="1"/>
          <p:nvPr/>
        </p:nvSpPr>
        <p:spPr>
          <a:xfrm>
            <a:off x="7664982" y="1858427"/>
            <a:ext cx="303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2023051604088</a:t>
            </a:r>
            <a:endParaRPr lang="zh-CN" altLang="en-US" sz="2400" b="1" dirty="0">
              <a:solidFill>
                <a:srgbClr val="1F6D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14" descr="教室 纯色填充">
            <a:extLst>
              <a:ext uri="{FF2B5EF4-FFF2-40B4-BE49-F238E27FC236}">
                <a16:creationId xmlns:a16="http://schemas.microsoft.com/office/drawing/2014/main" id="{78D134AF-FDBF-4A25-9C69-328A52BD1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215" y="2417789"/>
            <a:ext cx="557205" cy="557205"/>
          </a:xfrm>
          <a:prstGeom prst="rect">
            <a:avLst/>
          </a:prstGeom>
        </p:spPr>
      </p:pic>
      <p:pic>
        <p:nvPicPr>
          <p:cNvPr id="16" name="图形 15" descr="教室 纯色填充">
            <a:extLst>
              <a:ext uri="{FF2B5EF4-FFF2-40B4-BE49-F238E27FC236}">
                <a16:creationId xmlns:a16="http://schemas.microsoft.com/office/drawing/2014/main" id="{621BF350-2133-49D6-BC02-7F6CCC4F9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868" y="3062039"/>
            <a:ext cx="557205" cy="557205"/>
          </a:xfrm>
          <a:prstGeom prst="rect">
            <a:avLst/>
          </a:prstGeom>
        </p:spPr>
      </p:pic>
      <p:pic>
        <p:nvPicPr>
          <p:cNvPr id="18" name="图形 17" descr="教室 纯色填充">
            <a:extLst>
              <a:ext uri="{FF2B5EF4-FFF2-40B4-BE49-F238E27FC236}">
                <a16:creationId xmlns:a16="http://schemas.microsoft.com/office/drawing/2014/main" id="{6ED071EF-CB98-43B0-A8CA-D847BB2EA7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339" y="3729080"/>
            <a:ext cx="557205" cy="5572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275A85D-07E2-4C56-820D-8959A222FA59}"/>
              </a:ext>
            </a:extLst>
          </p:cNvPr>
          <p:cNvSpPr txBox="1"/>
          <p:nvPr/>
        </p:nvSpPr>
        <p:spPr>
          <a:xfrm>
            <a:off x="1166441" y="2492365"/>
            <a:ext cx="332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立项板块、愿景文档编写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A56A0B-BC65-40A7-8ADA-352EB5FE57FC}"/>
              </a:ext>
            </a:extLst>
          </p:cNvPr>
          <p:cNvSpPr txBox="1"/>
          <p:nvPr/>
        </p:nvSpPr>
        <p:spPr>
          <a:xfrm>
            <a:off x="1151751" y="3112250"/>
            <a:ext cx="2886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用况建模编写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（第一个版本）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3422C1-BECE-4FC7-AF98-DB18BD2195D6}"/>
              </a:ext>
            </a:extLst>
          </p:cNvPr>
          <p:cNvSpPr txBox="1"/>
          <p:nvPr/>
        </p:nvSpPr>
        <p:spPr>
          <a:xfrm>
            <a:off x="1140223" y="3807627"/>
            <a:ext cx="388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通信用况健壮性分析、交互建模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（包括通信图、协作图、分析类图、顺序图绘制）</a:t>
            </a:r>
            <a:endParaRPr lang="zh-CN" altLang="en-US" sz="1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0426E0D-E4F6-4B3E-8229-8EACBB43FDD4}"/>
              </a:ext>
            </a:extLst>
          </p:cNvPr>
          <p:cNvSpPr txBox="1"/>
          <p:nvPr/>
        </p:nvSpPr>
        <p:spPr>
          <a:xfrm>
            <a:off x="2592780" y="1335207"/>
            <a:ext cx="1953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项目组长</a:t>
            </a:r>
          </a:p>
        </p:txBody>
      </p:sp>
      <p:pic>
        <p:nvPicPr>
          <p:cNvPr id="63" name="图形 62" descr="教室 纯色填充">
            <a:extLst>
              <a:ext uri="{FF2B5EF4-FFF2-40B4-BE49-F238E27FC236}">
                <a16:creationId xmlns:a16="http://schemas.microsoft.com/office/drawing/2014/main" id="{90FDDFFB-53E8-40DF-B16F-EFDBAEF55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339" y="4526833"/>
            <a:ext cx="557205" cy="557205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A596DF26-6375-43F8-9EE6-B31653EDB5A9}"/>
              </a:ext>
            </a:extLst>
          </p:cNvPr>
          <p:cNvSpPr txBox="1"/>
          <p:nvPr/>
        </p:nvSpPr>
        <p:spPr>
          <a:xfrm>
            <a:off x="1151751" y="4581552"/>
            <a:ext cx="3143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架构设计、详细设计编写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（第一个版本）</a:t>
            </a:r>
          </a:p>
        </p:txBody>
      </p:sp>
      <p:pic>
        <p:nvPicPr>
          <p:cNvPr id="66" name="图形 65" descr="教室 纯色填充">
            <a:extLst>
              <a:ext uri="{FF2B5EF4-FFF2-40B4-BE49-F238E27FC236}">
                <a16:creationId xmlns:a16="http://schemas.microsoft.com/office/drawing/2014/main" id="{0AECF710-4AC0-4FBE-807B-5F4A0A329E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029" y="5312560"/>
            <a:ext cx="557205" cy="557205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BFF5A6FB-18FD-472C-A54F-26729AA09DC1}"/>
              </a:ext>
            </a:extLst>
          </p:cNvPr>
          <p:cNvSpPr txBox="1"/>
          <p:nvPr/>
        </p:nvSpPr>
        <p:spPr>
          <a:xfrm>
            <a:off x="1166441" y="5367279"/>
            <a:ext cx="3787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服务器代码实现、数据库设计</a:t>
            </a:r>
            <a:endParaRPr lang="zh-CN" altLang="en-US" sz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8" name="图形 67" descr="教室 纯色填充">
            <a:extLst>
              <a:ext uri="{FF2B5EF4-FFF2-40B4-BE49-F238E27FC236}">
                <a16:creationId xmlns:a16="http://schemas.microsoft.com/office/drawing/2014/main" id="{F2022BF3-3BDE-4678-B310-E22B3BE5EB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029" y="6032270"/>
            <a:ext cx="557205" cy="557205"/>
          </a:xfrm>
          <a:prstGeom prst="rect">
            <a:avLst/>
          </a:prstGeom>
        </p:spPr>
      </p:pic>
      <p:sp>
        <p:nvSpPr>
          <p:cNvPr id="69" name="文本框 68">
            <a:extLst>
              <a:ext uri="{FF2B5EF4-FFF2-40B4-BE49-F238E27FC236}">
                <a16:creationId xmlns:a16="http://schemas.microsoft.com/office/drawing/2014/main" id="{9E2A3166-7BBC-4898-B0CF-333364ED05DB}"/>
              </a:ext>
            </a:extLst>
          </p:cNvPr>
          <p:cNvSpPr txBox="1"/>
          <p:nvPr/>
        </p:nvSpPr>
        <p:spPr>
          <a:xfrm>
            <a:off x="1166441" y="6086989"/>
            <a:ext cx="4168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文字通信和语音通信等的代码实现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（以及项目展示视频录制）</a:t>
            </a:r>
          </a:p>
        </p:txBody>
      </p:sp>
      <p:pic>
        <p:nvPicPr>
          <p:cNvPr id="70" name="图形 69" descr="教室 纯色填充">
            <a:extLst>
              <a:ext uri="{FF2B5EF4-FFF2-40B4-BE49-F238E27FC236}">
                <a16:creationId xmlns:a16="http://schemas.microsoft.com/office/drawing/2014/main" id="{F2EF131D-FE3D-410C-B8DF-01183656F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5938" y="3062039"/>
            <a:ext cx="557205" cy="557205"/>
          </a:xfrm>
          <a:prstGeom prst="rect">
            <a:avLst/>
          </a:prstGeom>
        </p:spPr>
      </p:pic>
      <p:pic>
        <p:nvPicPr>
          <p:cNvPr id="71" name="图形 70" descr="教室 纯色填充">
            <a:extLst>
              <a:ext uri="{FF2B5EF4-FFF2-40B4-BE49-F238E27FC236}">
                <a16:creationId xmlns:a16="http://schemas.microsoft.com/office/drawing/2014/main" id="{1D88AF12-BE33-4AB1-8CFE-8237FE7966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409" y="3729080"/>
            <a:ext cx="557205" cy="557205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C6A6A114-1DA1-40B6-9AD4-184736CF5748}"/>
              </a:ext>
            </a:extLst>
          </p:cNvPr>
          <p:cNvSpPr txBox="1"/>
          <p:nvPr/>
        </p:nvSpPr>
        <p:spPr>
          <a:xfrm>
            <a:off x="7299511" y="2492365"/>
            <a:ext cx="332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愿景文档编写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C7A81F1-3C97-41D0-B9A0-7F72432CEB55}"/>
              </a:ext>
            </a:extLst>
          </p:cNvPr>
          <p:cNvSpPr txBox="1"/>
          <p:nvPr/>
        </p:nvSpPr>
        <p:spPr>
          <a:xfrm>
            <a:off x="7284821" y="3112250"/>
            <a:ext cx="2886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修改用况建模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（第二个版本）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3BA7D5A-2EC4-46F8-9525-588C39DC3975}"/>
              </a:ext>
            </a:extLst>
          </p:cNvPr>
          <p:cNvSpPr txBox="1"/>
          <p:nvPr/>
        </p:nvSpPr>
        <p:spPr>
          <a:xfrm>
            <a:off x="7273293" y="3807627"/>
            <a:ext cx="388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数字支付健壮性分析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（包括通信图、协作图、分析类图绘制）</a:t>
            </a:r>
            <a:endParaRPr lang="zh-CN" altLang="en-US" sz="1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形 74" descr="教室 纯色填充">
            <a:extLst>
              <a:ext uri="{FF2B5EF4-FFF2-40B4-BE49-F238E27FC236}">
                <a16:creationId xmlns:a16="http://schemas.microsoft.com/office/drawing/2014/main" id="{3AB8ADD5-C666-431B-905A-3090F96661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409" y="4526833"/>
            <a:ext cx="557205" cy="557205"/>
          </a:xfrm>
          <a:prstGeom prst="rect">
            <a:avLst/>
          </a:prstGeom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3163EDE1-6E4F-47D0-B42D-703C19802C5F}"/>
              </a:ext>
            </a:extLst>
          </p:cNvPr>
          <p:cNvSpPr txBox="1"/>
          <p:nvPr/>
        </p:nvSpPr>
        <p:spPr>
          <a:xfrm>
            <a:off x="7284821" y="4581552"/>
            <a:ext cx="32752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视频通话代码实现</a:t>
            </a:r>
            <a:endParaRPr lang="en-US" altLang="zh-CN" sz="1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（以及修改其他代码一些不规范的地方）</a:t>
            </a:r>
          </a:p>
        </p:txBody>
      </p:sp>
      <p:pic>
        <p:nvPicPr>
          <p:cNvPr id="77" name="图形 76" descr="教室 纯色填充">
            <a:extLst>
              <a:ext uri="{FF2B5EF4-FFF2-40B4-BE49-F238E27FC236}">
                <a16:creationId xmlns:a16="http://schemas.microsoft.com/office/drawing/2014/main" id="{FCFE4DEC-4E41-4F42-84C0-D003EAE544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9099" y="5312560"/>
            <a:ext cx="557205" cy="557205"/>
          </a:xfrm>
          <a:prstGeom prst="rect">
            <a:avLst/>
          </a:prstGeom>
        </p:spPr>
      </p:pic>
      <p:sp>
        <p:nvSpPr>
          <p:cNvPr id="78" name="文本框 77">
            <a:extLst>
              <a:ext uri="{FF2B5EF4-FFF2-40B4-BE49-F238E27FC236}">
                <a16:creationId xmlns:a16="http://schemas.microsoft.com/office/drawing/2014/main" id="{1F9B058A-9A98-4F7C-8432-48723342E62A}"/>
              </a:ext>
            </a:extLst>
          </p:cNvPr>
          <p:cNvSpPr txBox="1"/>
          <p:nvPr/>
        </p:nvSpPr>
        <p:spPr>
          <a:xfrm>
            <a:off x="7299511" y="5367279"/>
            <a:ext cx="3787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视频录制</a:t>
            </a: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剪辑、</a:t>
            </a: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</a:p>
        </p:txBody>
      </p:sp>
      <p:pic>
        <p:nvPicPr>
          <p:cNvPr id="79" name="图形 78" descr="教室 纯色填充">
            <a:extLst>
              <a:ext uri="{FF2B5EF4-FFF2-40B4-BE49-F238E27FC236}">
                <a16:creationId xmlns:a16="http://schemas.microsoft.com/office/drawing/2014/main" id="{5F24E0B9-27BE-470A-82F4-89DEA1E47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9099" y="6032270"/>
            <a:ext cx="557205" cy="557205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C1797EA1-809F-4824-BB12-25AA42CC90DF}"/>
              </a:ext>
            </a:extLst>
          </p:cNvPr>
          <p:cNvSpPr txBox="1"/>
          <p:nvPr/>
        </p:nvSpPr>
        <p:spPr>
          <a:xfrm>
            <a:off x="7299511" y="6086989"/>
            <a:ext cx="4168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整个文档格式调整</a:t>
            </a:r>
          </a:p>
        </p:txBody>
      </p:sp>
      <p:pic>
        <p:nvPicPr>
          <p:cNvPr id="81" name="图形 80" descr="教室 纯色填充">
            <a:extLst>
              <a:ext uri="{FF2B5EF4-FFF2-40B4-BE49-F238E27FC236}">
                <a16:creationId xmlns:a16="http://schemas.microsoft.com/office/drawing/2014/main" id="{F447BCBF-5B46-4A30-8ECF-BDBE61FCBE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408" y="2423581"/>
            <a:ext cx="557205" cy="55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6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126950" y="135625"/>
            <a:ext cx="4378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小组信息与任务分工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B3625F8-5BD1-4A29-A764-D23502819FD2}"/>
              </a:ext>
            </a:extLst>
          </p:cNvPr>
          <p:cNvSpPr/>
          <p:nvPr/>
        </p:nvSpPr>
        <p:spPr>
          <a:xfrm>
            <a:off x="269992" y="999920"/>
            <a:ext cx="5662864" cy="503235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solidFill>
              <a:srgbClr val="10386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3BFF8458-EC69-4A7B-9519-B6537826FD94}"/>
              </a:ext>
            </a:extLst>
          </p:cNvPr>
          <p:cNvSpPr/>
          <p:nvPr/>
        </p:nvSpPr>
        <p:spPr>
          <a:xfrm>
            <a:off x="6306837" y="999920"/>
            <a:ext cx="5662864" cy="503235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solidFill>
              <a:srgbClr val="10386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993101B-040F-444F-B86A-BBB10325CDB6}"/>
              </a:ext>
            </a:extLst>
          </p:cNvPr>
          <p:cNvSpPr/>
          <p:nvPr/>
        </p:nvSpPr>
        <p:spPr>
          <a:xfrm>
            <a:off x="491339" y="1296790"/>
            <a:ext cx="1017287" cy="10172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40A6EC-34E6-4480-A977-921EB11B7C0F}"/>
              </a:ext>
            </a:extLst>
          </p:cNvPr>
          <p:cNvSpPr txBox="1"/>
          <p:nvPr/>
        </p:nvSpPr>
        <p:spPr>
          <a:xfrm>
            <a:off x="1525848" y="1335207"/>
            <a:ext cx="1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李露露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CF3505-3A43-4ED4-A74F-A7D27A3D899C}"/>
              </a:ext>
            </a:extLst>
          </p:cNvPr>
          <p:cNvSpPr txBox="1"/>
          <p:nvPr/>
        </p:nvSpPr>
        <p:spPr>
          <a:xfrm>
            <a:off x="7753634" y="1335207"/>
            <a:ext cx="2731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陈旭卓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38FEB5-853D-466D-9CE7-02B8EFD6D8B0}"/>
              </a:ext>
            </a:extLst>
          </p:cNvPr>
          <p:cNvSpPr txBox="1"/>
          <p:nvPr/>
        </p:nvSpPr>
        <p:spPr>
          <a:xfrm>
            <a:off x="1508626" y="1858427"/>
            <a:ext cx="303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2023051604116</a:t>
            </a:r>
            <a:endParaRPr lang="zh-CN" altLang="en-US" sz="2400" b="1" dirty="0">
              <a:solidFill>
                <a:srgbClr val="1F6D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AF314D-C0DA-4D2F-89AA-CA452C22894F}"/>
              </a:ext>
            </a:extLst>
          </p:cNvPr>
          <p:cNvSpPr/>
          <p:nvPr/>
        </p:nvSpPr>
        <p:spPr>
          <a:xfrm>
            <a:off x="6629583" y="1301191"/>
            <a:ext cx="1017287" cy="10172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BF1D06-7053-4EE5-813E-7F4AEF2E95AB}"/>
              </a:ext>
            </a:extLst>
          </p:cNvPr>
          <p:cNvSpPr txBox="1"/>
          <p:nvPr/>
        </p:nvSpPr>
        <p:spPr>
          <a:xfrm>
            <a:off x="7664982" y="1858427"/>
            <a:ext cx="303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2023051604087</a:t>
            </a:r>
            <a:endParaRPr lang="zh-CN" altLang="en-US" sz="2400" b="1" dirty="0">
              <a:solidFill>
                <a:srgbClr val="1F6D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14" descr="教室 纯色填充">
            <a:extLst>
              <a:ext uri="{FF2B5EF4-FFF2-40B4-BE49-F238E27FC236}">
                <a16:creationId xmlns:a16="http://schemas.microsoft.com/office/drawing/2014/main" id="{78D134AF-FDBF-4A25-9C69-328A52BD1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215" y="2417789"/>
            <a:ext cx="557205" cy="557205"/>
          </a:xfrm>
          <a:prstGeom prst="rect">
            <a:avLst/>
          </a:prstGeom>
        </p:spPr>
      </p:pic>
      <p:pic>
        <p:nvPicPr>
          <p:cNvPr id="16" name="图形 15" descr="教室 纯色填充">
            <a:extLst>
              <a:ext uri="{FF2B5EF4-FFF2-40B4-BE49-F238E27FC236}">
                <a16:creationId xmlns:a16="http://schemas.microsoft.com/office/drawing/2014/main" id="{621BF350-2133-49D6-BC02-7F6CCC4F9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868" y="3062039"/>
            <a:ext cx="557205" cy="557205"/>
          </a:xfrm>
          <a:prstGeom prst="rect">
            <a:avLst/>
          </a:prstGeom>
        </p:spPr>
      </p:pic>
      <p:pic>
        <p:nvPicPr>
          <p:cNvPr id="18" name="图形 17" descr="教室 纯色填充">
            <a:extLst>
              <a:ext uri="{FF2B5EF4-FFF2-40B4-BE49-F238E27FC236}">
                <a16:creationId xmlns:a16="http://schemas.microsoft.com/office/drawing/2014/main" id="{6ED071EF-CB98-43B0-A8CA-D847BB2EA7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339" y="3729080"/>
            <a:ext cx="557205" cy="5572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275A85D-07E2-4C56-820D-8959A222FA59}"/>
              </a:ext>
            </a:extLst>
          </p:cNvPr>
          <p:cNvSpPr txBox="1"/>
          <p:nvPr/>
        </p:nvSpPr>
        <p:spPr>
          <a:xfrm>
            <a:off x="1166441" y="2492365"/>
            <a:ext cx="332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项目概述、愿景文档编写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A56A0B-BC65-40A7-8ADA-352EB5FE57FC}"/>
              </a:ext>
            </a:extLst>
          </p:cNvPr>
          <p:cNvSpPr txBox="1"/>
          <p:nvPr/>
        </p:nvSpPr>
        <p:spPr>
          <a:xfrm>
            <a:off x="1151751" y="3112250"/>
            <a:ext cx="2886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朋友圈用况建模编写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3422C1-BECE-4FC7-AF98-DB18BD2195D6}"/>
              </a:ext>
            </a:extLst>
          </p:cNvPr>
          <p:cNvSpPr txBox="1"/>
          <p:nvPr/>
        </p:nvSpPr>
        <p:spPr>
          <a:xfrm>
            <a:off x="1140223" y="3807627"/>
            <a:ext cx="3882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通信用况健壮性分析、交互建模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（包括通信图、协作图、分析类图、顺序图绘制）</a:t>
            </a:r>
            <a:endParaRPr lang="zh-CN" altLang="en-US" sz="16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3" name="图形 62" descr="教室 纯色填充">
            <a:extLst>
              <a:ext uri="{FF2B5EF4-FFF2-40B4-BE49-F238E27FC236}">
                <a16:creationId xmlns:a16="http://schemas.microsoft.com/office/drawing/2014/main" id="{90FDDFFB-53E8-40DF-B16F-EFDBAEF55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339" y="4526833"/>
            <a:ext cx="557205" cy="557205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A596DF26-6375-43F8-9EE6-B31653EDB5A9}"/>
              </a:ext>
            </a:extLst>
          </p:cNvPr>
          <p:cNvSpPr txBox="1"/>
          <p:nvPr/>
        </p:nvSpPr>
        <p:spPr>
          <a:xfrm>
            <a:off x="1151751" y="4581552"/>
            <a:ext cx="3143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架构设计、详细设计编写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（第二个版本）</a:t>
            </a:r>
          </a:p>
        </p:txBody>
      </p:sp>
      <p:pic>
        <p:nvPicPr>
          <p:cNvPr id="66" name="图形 65" descr="教室 纯色填充">
            <a:extLst>
              <a:ext uri="{FF2B5EF4-FFF2-40B4-BE49-F238E27FC236}">
                <a16:creationId xmlns:a16="http://schemas.microsoft.com/office/drawing/2014/main" id="{0AECF710-4AC0-4FBE-807B-5F4A0A329E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029" y="5312560"/>
            <a:ext cx="557205" cy="557205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BFF5A6FB-18FD-472C-A54F-26729AA09DC1}"/>
              </a:ext>
            </a:extLst>
          </p:cNvPr>
          <p:cNvSpPr txBox="1"/>
          <p:nvPr/>
        </p:nvSpPr>
        <p:spPr>
          <a:xfrm>
            <a:off x="1166441" y="5367279"/>
            <a:ext cx="3787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测试代码提出现有问题</a:t>
            </a:r>
          </a:p>
        </p:txBody>
      </p:sp>
      <p:pic>
        <p:nvPicPr>
          <p:cNvPr id="70" name="图形 69" descr="教室 纯色填充">
            <a:extLst>
              <a:ext uri="{FF2B5EF4-FFF2-40B4-BE49-F238E27FC236}">
                <a16:creationId xmlns:a16="http://schemas.microsoft.com/office/drawing/2014/main" id="{F2EF131D-FE3D-410C-B8DF-01183656F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408" y="3582815"/>
            <a:ext cx="557205" cy="557205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C6A6A114-1DA1-40B6-9AD4-184736CF5748}"/>
              </a:ext>
            </a:extLst>
          </p:cNvPr>
          <p:cNvSpPr txBox="1"/>
          <p:nvPr/>
        </p:nvSpPr>
        <p:spPr>
          <a:xfrm>
            <a:off x="7299511" y="2841698"/>
            <a:ext cx="332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修改部分项目文档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C7A81F1-3C97-41D0-B9A0-7F72432CEB55}"/>
              </a:ext>
            </a:extLst>
          </p:cNvPr>
          <p:cNvSpPr txBox="1"/>
          <p:nvPr/>
        </p:nvSpPr>
        <p:spPr>
          <a:xfrm>
            <a:off x="7273291" y="3633026"/>
            <a:ext cx="36181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管理朋友圈用况健壮性分析</a:t>
            </a: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（包括通信图、协作图、分析类图绘制）</a:t>
            </a:r>
          </a:p>
          <a:p>
            <a:endParaRPr lang="zh-CN" altLang="en-US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" name="图形 80" descr="教室 纯色填充">
            <a:extLst>
              <a:ext uri="{FF2B5EF4-FFF2-40B4-BE49-F238E27FC236}">
                <a16:creationId xmlns:a16="http://schemas.microsoft.com/office/drawing/2014/main" id="{F447BCBF-5B46-4A30-8ECF-BDBE61FCBE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408" y="2772914"/>
            <a:ext cx="557205" cy="55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7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126950" y="135625"/>
            <a:ext cx="4378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dist">
              <a:lnSpc>
                <a:spcPct val="100000"/>
              </a:lnSpc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小组信息与任务分工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FB3625F8-5BD1-4A29-A764-D23502819FD2}"/>
              </a:ext>
            </a:extLst>
          </p:cNvPr>
          <p:cNvSpPr/>
          <p:nvPr/>
        </p:nvSpPr>
        <p:spPr>
          <a:xfrm>
            <a:off x="338153" y="1307542"/>
            <a:ext cx="5662864" cy="3907162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solidFill>
              <a:srgbClr val="10386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3BFF8458-EC69-4A7B-9519-B6537826FD94}"/>
              </a:ext>
            </a:extLst>
          </p:cNvPr>
          <p:cNvSpPr/>
          <p:nvPr/>
        </p:nvSpPr>
        <p:spPr>
          <a:xfrm>
            <a:off x="6287786" y="1307541"/>
            <a:ext cx="5662864" cy="3907161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solidFill>
              <a:srgbClr val="10386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993101B-040F-444F-B86A-BBB10325CDB6}"/>
              </a:ext>
            </a:extLst>
          </p:cNvPr>
          <p:cNvSpPr/>
          <p:nvPr/>
        </p:nvSpPr>
        <p:spPr>
          <a:xfrm>
            <a:off x="477136" y="1604879"/>
            <a:ext cx="1017287" cy="10172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40A6EC-34E6-4480-A977-921EB11B7C0F}"/>
              </a:ext>
            </a:extLst>
          </p:cNvPr>
          <p:cNvSpPr txBox="1"/>
          <p:nvPr/>
        </p:nvSpPr>
        <p:spPr>
          <a:xfrm>
            <a:off x="1511645" y="1643296"/>
            <a:ext cx="1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陈瑞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CF3505-3A43-4ED4-A74F-A7D27A3D899C}"/>
              </a:ext>
            </a:extLst>
          </p:cNvPr>
          <p:cNvSpPr txBox="1"/>
          <p:nvPr/>
        </p:nvSpPr>
        <p:spPr>
          <a:xfrm>
            <a:off x="7728234" y="1638895"/>
            <a:ext cx="2731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李雪怡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38FEB5-853D-466D-9CE7-02B8EFD6D8B0}"/>
              </a:ext>
            </a:extLst>
          </p:cNvPr>
          <p:cNvSpPr txBox="1"/>
          <p:nvPr/>
        </p:nvSpPr>
        <p:spPr>
          <a:xfrm>
            <a:off x="1494423" y="2166516"/>
            <a:ext cx="303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2023051604092</a:t>
            </a:r>
            <a:endParaRPr lang="zh-CN" altLang="en-US" sz="2400" b="1" dirty="0">
              <a:solidFill>
                <a:srgbClr val="1F6D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AF314D-C0DA-4D2F-89AA-CA452C22894F}"/>
              </a:ext>
            </a:extLst>
          </p:cNvPr>
          <p:cNvSpPr/>
          <p:nvPr/>
        </p:nvSpPr>
        <p:spPr>
          <a:xfrm>
            <a:off x="6604183" y="1604879"/>
            <a:ext cx="1017287" cy="101728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BF1D06-7053-4EE5-813E-7F4AEF2E95AB}"/>
              </a:ext>
            </a:extLst>
          </p:cNvPr>
          <p:cNvSpPr txBox="1"/>
          <p:nvPr/>
        </p:nvSpPr>
        <p:spPr>
          <a:xfrm>
            <a:off x="7639582" y="2162115"/>
            <a:ext cx="303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F6D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2023051604041</a:t>
            </a:r>
            <a:endParaRPr lang="zh-CN" altLang="en-US" sz="2400" b="1" dirty="0">
              <a:solidFill>
                <a:srgbClr val="1F6D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14" descr="教室 纯色填充">
            <a:extLst>
              <a:ext uri="{FF2B5EF4-FFF2-40B4-BE49-F238E27FC236}">
                <a16:creationId xmlns:a16="http://schemas.microsoft.com/office/drawing/2014/main" id="{78D134AF-FDBF-4A25-9C69-328A52BD1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480" y="2919036"/>
            <a:ext cx="557205" cy="557205"/>
          </a:xfrm>
          <a:prstGeom prst="rect">
            <a:avLst/>
          </a:prstGeom>
        </p:spPr>
      </p:pic>
      <p:pic>
        <p:nvPicPr>
          <p:cNvPr id="16" name="图形 15" descr="教室 纯色填充">
            <a:extLst>
              <a:ext uri="{FF2B5EF4-FFF2-40B4-BE49-F238E27FC236}">
                <a16:creationId xmlns:a16="http://schemas.microsoft.com/office/drawing/2014/main" id="{621BF350-2133-49D6-BC02-7F6CCC4F90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33" y="3563286"/>
            <a:ext cx="557205" cy="557205"/>
          </a:xfrm>
          <a:prstGeom prst="rect">
            <a:avLst/>
          </a:prstGeom>
        </p:spPr>
      </p:pic>
      <p:pic>
        <p:nvPicPr>
          <p:cNvPr id="18" name="图形 17" descr="教室 纯色填充">
            <a:extLst>
              <a:ext uri="{FF2B5EF4-FFF2-40B4-BE49-F238E27FC236}">
                <a16:creationId xmlns:a16="http://schemas.microsoft.com/office/drawing/2014/main" id="{6ED071EF-CB98-43B0-A8CA-D847BB2EA7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04" y="4230327"/>
            <a:ext cx="557205" cy="5572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275A85D-07E2-4C56-820D-8959A222FA59}"/>
              </a:ext>
            </a:extLst>
          </p:cNvPr>
          <p:cNvSpPr txBox="1"/>
          <p:nvPr/>
        </p:nvSpPr>
        <p:spPr>
          <a:xfrm>
            <a:off x="1159706" y="2993612"/>
            <a:ext cx="332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修改部分项目文档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A56A0B-BC65-40A7-8ADA-352EB5FE57FC}"/>
              </a:ext>
            </a:extLst>
          </p:cNvPr>
          <p:cNvSpPr txBox="1"/>
          <p:nvPr/>
        </p:nvSpPr>
        <p:spPr>
          <a:xfrm>
            <a:off x="1145016" y="3613497"/>
            <a:ext cx="4055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数字支付健壮性分析描述部分编写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3422C1-BECE-4FC7-AF98-DB18BD2195D6}"/>
              </a:ext>
            </a:extLst>
          </p:cNvPr>
          <p:cNvSpPr txBox="1"/>
          <p:nvPr/>
        </p:nvSpPr>
        <p:spPr>
          <a:xfrm>
            <a:off x="1133488" y="4308874"/>
            <a:ext cx="3882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数字支付交互建模</a:t>
            </a:r>
          </a:p>
        </p:txBody>
      </p:sp>
      <p:pic>
        <p:nvPicPr>
          <p:cNvPr id="70" name="图形 69" descr="教室 纯色填充">
            <a:extLst>
              <a:ext uri="{FF2B5EF4-FFF2-40B4-BE49-F238E27FC236}">
                <a16:creationId xmlns:a16="http://schemas.microsoft.com/office/drawing/2014/main" id="{F2EF131D-FE3D-410C-B8DF-01183656F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9008" y="3678630"/>
            <a:ext cx="557205" cy="557205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C6A6A114-1DA1-40B6-9AD4-184736CF5748}"/>
              </a:ext>
            </a:extLst>
          </p:cNvPr>
          <p:cNvSpPr txBox="1"/>
          <p:nvPr/>
        </p:nvSpPr>
        <p:spPr>
          <a:xfrm>
            <a:off x="7274111" y="2979315"/>
            <a:ext cx="3327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修改部分项目文档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C7A81F1-3C97-41D0-B9A0-7F72432CEB55}"/>
              </a:ext>
            </a:extLst>
          </p:cNvPr>
          <p:cNvSpPr txBox="1"/>
          <p:nvPr/>
        </p:nvSpPr>
        <p:spPr>
          <a:xfrm>
            <a:off x="7274111" y="3727278"/>
            <a:ext cx="2886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管理朋友圈类图</a:t>
            </a:r>
          </a:p>
        </p:txBody>
      </p:sp>
      <p:pic>
        <p:nvPicPr>
          <p:cNvPr id="81" name="图形 80" descr="教室 纯色填充">
            <a:extLst>
              <a:ext uri="{FF2B5EF4-FFF2-40B4-BE49-F238E27FC236}">
                <a16:creationId xmlns:a16="http://schemas.microsoft.com/office/drawing/2014/main" id="{F447BCBF-5B46-4A30-8ECF-BDBE61FCBE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9008" y="2910531"/>
            <a:ext cx="557205" cy="55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7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0B37395-0CFD-44F8-BEF9-ED30E0924A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05" b="925"/>
          <a:stretch/>
        </p:blipFill>
        <p:spPr>
          <a:xfrm>
            <a:off x="3722368" y="1031620"/>
            <a:ext cx="3236602" cy="570865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228550" y="147229"/>
            <a:ext cx="7545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项目展示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登录注册页面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31CE7A-32E7-4106-A6BA-7459AEDCAC2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776" b="1278"/>
          <a:stretch/>
        </p:blipFill>
        <p:spPr>
          <a:xfrm>
            <a:off x="0" y="1037087"/>
            <a:ext cx="3277158" cy="560501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7D784E5-CEE2-402B-AA57-E5AE6942562B}"/>
              </a:ext>
            </a:extLst>
          </p:cNvPr>
          <p:cNvCxnSpPr/>
          <p:nvPr/>
        </p:nvCxnSpPr>
        <p:spPr>
          <a:xfrm>
            <a:off x="3277158" y="372110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1BD18DE5-AC24-41C0-B4F7-9D80C9062C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180" y="1037358"/>
            <a:ext cx="3236602" cy="5685017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684632D-1F47-4960-A966-EB029E858E53}"/>
              </a:ext>
            </a:extLst>
          </p:cNvPr>
          <p:cNvCxnSpPr/>
          <p:nvPr/>
        </p:nvCxnSpPr>
        <p:spPr>
          <a:xfrm>
            <a:off x="6958970" y="372110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64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0B37395-0CFD-44F8-BEF9-ED30E0924A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05" b="925"/>
          <a:stretch/>
        </p:blipFill>
        <p:spPr>
          <a:xfrm>
            <a:off x="3722368" y="1031620"/>
            <a:ext cx="3236602" cy="570865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228550" y="147229"/>
            <a:ext cx="7545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项目展示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登录注册页面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31CE7A-32E7-4106-A6BA-7459AEDCAC2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776" b="1278"/>
          <a:stretch/>
        </p:blipFill>
        <p:spPr>
          <a:xfrm>
            <a:off x="0" y="1037087"/>
            <a:ext cx="3277158" cy="5605013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7D784E5-CEE2-402B-AA57-E5AE6942562B}"/>
              </a:ext>
            </a:extLst>
          </p:cNvPr>
          <p:cNvCxnSpPr/>
          <p:nvPr/>
        </p:nvCxnSpPr>
        <p:spPr>
          <a:xfrm>
            <a:off x="3277158" y="372110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1BD18DE5-AC24-41C0-B4F7-9D80C9062C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180" y="1037358"/>
            <a:ext cx="3236602" cy="5685017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684632D-1F47-4960-A966-EB029E858E53}"/>
              </a:ext>
            </a:extLst>
          </p:cNvPr>
          <p:cNvCxnSpPr/>
          <p:nvPr/>
        </p:nvCxnSpPr>
        <p:spPr>
          <a:xfrm>
            <a:off x="6958970" y="372110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98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228550" y="147229"/>
            <a:ext cx="7545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项目展示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添加好友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510D210-87D0-4445-B525-B04611C31AA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17" r="1694" b="370"/>
          <a:stretch/>
        </p:blipFill>
        <p:spPr>
          <a:xfrm>
            <a:off x="55840" y="1043436"/>
            <a:ext cx="3316413" cy="583027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B3CCF1F-4D1B-46BF-B970-5D992D2F71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22" t="888" r="3449" b="750"/>
          <a:stretch/>
        </p:blipFill>
        <p:spPr>
          <a:xfrm>
            <a:off x="3817463" y="1030736"/>
            <a:ext cx="3316413" cy="58302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0032005-09CE-43F0-897E-2E969739DED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18" r="1490" b="1468"/>
          <a:stretch/>
        </p:blipFill>
        <p:spPr>
          <a:xfrm>
            <a:off x="7579086" y="1043436"/>
            <a:ext cx="3376315" cy="5830279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8B3AB8D-A0AA-4AB5-96E4-7989AF10F1CB}"/>
              </a:ext>
            </a:extLst>
          </p:cNvPr>
          <p:cNvCxnSpPr/>
          <p:nvPr/>
        </p:nvCxnSpPr>
        <p:spPr>
          <a:xfrm>
            <a:off x="3372253" y="377190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3D27251-5BD0-4414-A574-FD3E6B16A3B0}"/>
              </a:ext>
            </a:extLst>
          </p:cNvPr>
          <p:cNvCxnSpPr/>
          <p:nvPr/>
        </p:nvCxnSpPr>
        <p:spPr>
          <a:xfrm>
            <a:off x="7133876" y="376555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564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228550" y="147229"/>
            <a:ext cx="7545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项目展示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文字通信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032005-09CE-43F0-897E-2E969739DED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18" r="1490" b="1468"/>
          <a:stretch/>
        </p:blipFill>
        <p:spPr>
          <a:xfrm>
            <a:off x="-635" y="1027721"/>
            <a:ext cx="3376315" cy="583027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C3CFB70-50AD-47CC-877F-1F2724C7722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26" r="1670" b="385"/>
          <a:stretch/>
        </p:blipFill>
        <p:spPr>
          <a:xfrm>
            <a:off x="3863896" y="1043437"/>
            <a:ext cx="3333309" cy="58145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ED49162-0A8A-4F81-A30C-7EB9089EB4E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33"/>
          <a:stretch/>
        </p:blipFill>
        <p:spPr>
          <a:xfrm>
            <a:off x="7642415" y="1043437"/>
            <a:ext cx="3348051" cy="5814564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F3BFABF-A8F9-4133-866B-1AF5888E0DFB}"/>
              </a:ext>
            </a:extLst>
          </p:cNvPr>
          <p:cNvCxnSpPr/>
          <p:nvPr/>
        </p:nvCxnSpPr>
        <p:spPr>
          <a:xfrm>
            <a:off x="3375680" y="372745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3346600-AA04-400A-9C25-44EB98D05BF8}"/>
              </a:ext>
            </a:extLst>
          </p:cNvPr>
          <p:cNvCxnSpPr/>
          <p:nvPr/>
        </p:nvCxnSpPr>
        <p:spPr>
          <a:xfrm>
            <a:off x="7197205" y="368935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549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228550" y="147229"/>
            <a:ext cx="7545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项目展示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语音通信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8DD2A8-A360-40E7-8FF3-CB64045D0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35" y="1018116"/>
            <a:ext cx="3339056" cy="58145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B946F0-B955-4981-BBE0-02E854EDB56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86" t="1162"/>
          <a:stretch/>
        </p:blipFill>
        <p:spPr>
          <a:xfrm>
            <a:off x="4001210" y="1062646"/>
            <a:ext cx="3333611" cy="581456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1EDB156-06AC-4B3C-9590-64E699C7784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" t="1018" r="-1"/>
          <a:stretch/>
        </p:blipFill>
        <p:spPr>
          <a:xfrm>
            <a:off x="7860959" y="1062646"/>
            <a:ext cx="3347933" cy="5795354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C2EA793-0DF2-49B5-8861-30A6241D7612}"/>
              </a:ext>
            </a:extLst>
          </p:cNvPr>
          <p:cNvCxnSpPr/>
          <p:nvPr/>
        </p:nvCxnSpPr>
        <p:spPr>
          <a:xfrm>
            <a:off x="3375680" y="372745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F746495-7125-472A-ACAE-82825C4F7573}"/>
              </a:ext>
            </a:extLst>
          </p:cNvPr>
          <p:cNvCxnSpPr/>
          <p:nvPr/>
        </p:nvCxnSpPr>
        <p:spPr>
          <a:xfrm>
            <a:off x="7334821" y="372745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89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530EA-8A85-DE72-5375-BFF3328FB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83A6581-F065-4423-89A8-0E2CD5F51F37}"/>
              </a:ext>
            </a:extLst>
          </p:cNvPr>
          <p:cNvSpPr/>
          <p:nvPr/>
        </p:nvSpPr>
        <p:spPr>
          <a:xfrm>
            <a:off x="-635" y="0"/>
            <a:ext cx="12192635" cy="896208"/>
          </a:xfrm>
          <a:prstGeom prst="rect">
            <a:avLst/>
          </a:prstGeom>
          <a:solidFill>
            <a:srgbClr val="1038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D688E0B3-B719-4227-9E1F-410696F46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6504" y="135625"/>
            <a:ext cx="2814571" cy="58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71F6091-2FAF-4A17-B86A-62D44F6044B1}"/>
              </a:ext>
            </a:extLst>
          </p:cNvPr>
          <p:cNvSpPr txBox="1"/>
          <p:nvPr/>
        </p:nvSpPr>
        <p:spPr>
          <a:xfrm>
            <a:off x="228550" y="147229"/>
            <a:ext cx="7545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项目展示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视频通信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8DD2A8-A360-40E7-8FF3-CB64045D0F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35" y="1018116"/>
            <a:ext cx="3339056" cy="5814563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C2EA793-0DF2-49B5-8861-30A6241D7612}"/>
              </a:ext>
            </a:extLst>
          </p:cNvPr>
          <p:cNvCxnSpPr/>
          <p:nvPr/>
        </p:nvCxnSpPr>
        <p:spPr>
          <a:xfrm>
            <a:off x="3375680" y="372745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F746495-7125-472A-ACAE-82825C4F7573}"/>
              </a:ext>
            </a:extLst>
          </p:cNvPr>
          <p:cNvCxnSpPr/>
          <p:nvPr/>
        </p:nvCxnSpPr>
        <p:spPr>
          <a:xfrm>
            <a:off x="7161273" y="3644900"/>
            <a:ext cx="44521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67B0132C-87BE-4442-9494-E24232DECF3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75"/>
          <a:stretch/>
        </p:blipFill>
        <p:spPr>
          <a:xfrm>
            <a:off x="3858149" y="1027719"/>
            <a:ext cx="3303124" cy="57953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73ACBEF-4446-489E-BD04-C11554B88AD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09"/>
          <a:stretch/>
        </p:blipFill>
        <p:spPr>
          <a:xfrm>
            <a:off x="7606484" y="1043437"/>
            <a:ext cx="3748654" cy="57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572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I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新建 PPT 演示文稿</Template>
  <TotalTime>1221</TotalTime>
  <Words>338</Words>
  <Application>Microsoft Office PowerPoint</Application>
  <PresentationFormat>宽屏</PresentationFormat>
  <Paragraphs>74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慧芝 张</dc:creator>
  <cp:lastModifiedBy>慧芝 张</cp:lastModifiedBy>
  <cp:revision>318</cp:revision>
  <dcterms:created xsi:type="dcterms:W3CDTF">2025-03-23T09:21:17Z</dcterms:created>
  <dcterms:modified xsi:type="dcterms:W3CDTF">2026-01-15T23:47:29Z</dcterms:modified>
</cp:coreProperties>
</file>